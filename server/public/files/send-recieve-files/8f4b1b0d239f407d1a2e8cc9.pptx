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Model Context Protocol (MCP)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Bridging AI with Real-World Tools and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An open standard developed by Anthropic (Nov 2024)</a:t>
            </a:r>
          </a:p>
          <a:p>
            <a:pPr/>
            <a:r>
              <a:t>Connects LLMs to external data/tools/systems</a:t>
            </a:r>
          </a:p>
          <a:p>
            <a:pPr/>
            <a:r>
              <a:t>Removes the need for custom integrations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MCP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Simplifies tool integration for AI applications</a:t>
            </a:r>
          </a:p>
          <a:p>
            <a:pPr/>
            <a:r>
              <a:t>Avoids repetitive custom API code and auth handling</a:t>
            </a:r>
          </a:p>
          <a:p>
            <a:pPr/>
            <a:r>
              <a:t>Provides a standard way to describe tools and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Resources – static data the AI can access</a:t>
            </a:r>
          </a:p>
          <a:p>
            <a:pPr/>
            <a:r>
              <a:t>Prompts – reusable task instructions</a:t>
            </a:r>
          </a:p>
          <a:p>
            <a:pPr/>
            <a:r>
              <a:t>Tools – actions/functions AI can execute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MCP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Host ↔ Client ↔ Server structure</a:t>
            </a:r>
          </a:p>
          <a:p>
            <a:pPr/>
            <a:r>
              <a:t>AI uses MCP to interact with standard tool APIs</a:t>
            </a:r>
          </a:p>
          <a:p>
            <a:pPr/>
            <a:r>
              <a:t>No need to write API glue code repeatedly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AI +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You: 'Generate a PR and push to GitHub.'</a:t>
            </a:r>
          </a:p>
          <a:p>
            <a:pPr/>
            <a:r>
              <a:t>AI: Uses GitHub Tool via MCP standard</a:t>
            </a:r>
          </a:p>
          <a:p>
            <a:pPr/>
            <a:r>
              <a:t>No custom integration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Validate URIs &amp; sanitize file paths</a:t>
            </a:r>
          </a:p>
          <a:p>
            <a:pPr/>
            <a:r>
              <a:t>Use proper access controls &amp; encryption</a:t>
            </a:r>
          </a:p>
          <a:p>
            <a:pPr/>
            <a:r>
              <a:t>Rate limit access, audit, handle timeouts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&amp; Future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Early adoption in AI developer platforms</a:t>
            </a:r>
          </a:p>
          <a:p>
            <a:pPr/>
            <a:r>
              <a:t>Growing ecosystem of standardized tools</a:t>
            </a:r>
          </a:p>
          <a:p>
            <a:pPr/>
            <a:r>
              <a:t>Potential to become default AI integration method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